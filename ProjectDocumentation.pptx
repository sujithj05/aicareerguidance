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2" y="43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88909-6C56-DDBA-7D27-3A68D7DD3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21FA4-5546-5C67-0D5F-2FFAC1AE9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79C3-F0A5-09DA-68AD-F5F112925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1842-294A-4F57-854F-D8B33059D975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D0C64-5CD3-623F-A5F0-F9791C7B3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6474F-C64B-557D-B5D9-A0ED23B86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F2A59-5574-49E7-8D5C-D23DAE2B7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97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6C2AA-2722-3A11-803C-626F9805D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5F17-87F2-8FD0-D75E-D6DC711C9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01926-5C61-F8C5-5124-6CF1BE3E6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1842-294A-4F57-854F-D8B33059D975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9B6EE-0A20-78F8-58E9-0027F1BE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C9A5F-AA0E-88D6-F778-74C50D480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F2A59-5574-49E7-8D5C-D23DAE2B7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892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14157-4915-B4C0-E908-DEB5C1E47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76FE3-9A05-1E8A-E773-56D2F7593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60CF9-BE74-904E-EBDE-8DDE97AA4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1842-294A-4F57-854F-D8B33059D975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E9117-F976-1DA7-42E8-492D7AC6E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FBC44-7515-B485-52ED-CECE3ABB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F2A59-5574-49E7-8D5C-D23DAE2B7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5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C0118-1EC8-6F0F-52AD-AA6B52626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C33A9-B2D4-DE48-ABD9-5483E181FE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8E8CF-8370-1F82-4867-507D0E1E3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7C9B1-F500-4519-149E-62BC4A669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1842-294A-4F57-854F-D8B33059D975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026A6-CD80-D131-42DE-F2FA61971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72F60-676A-E1BD-DBD3-C1F923B68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F2A59-5574-49E7-8D5C-D23DAE2B7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742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24DA-A992-B64E-E497-4E61B8F71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BBFAE-DB87-9B15-EAB1-8B403E674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22946-7ED2-6D6C-2DE8-16EE1BD21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33FF1-EE67-F0FF-E12D-8A1413BBCA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90FBB9-9EB4-BB76-D605-92A472886B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55651F-A39C-F255-38A1-CE196716A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1842-294A-4F57-854F-D8B33059D975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56A820-8700-3542-6480-AEDA64AF0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CDA524-AE24-7A65-0791-4383FDAFF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F2A59-5574-49E7-8D5C-D23DAE2B7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621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C3223-427B-8DA7-1FBF-7B65CFCE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6BAD41-5684-07DB-6386-5790B08BC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1842-294A-4F57-854F-D8B33059D975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99353B-D712-42D3-943F-DFE5683C1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19C18C-B1B9-B761-7457-8D10AC8A9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F2A59-5574-49E7-8D5C-D23DAE2B7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878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35B5DD-43F9-1048-9DFB-AECC47401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1842-294A-4F57-854F-D8B33059D975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E5E27-2979-4AE4-E455-0A116DDBC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1585E-9EC5-5ACB-6811-6D2C8207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F2A59-5574-49E7-8D5C-D23DAE2B7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425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EA33C-F725-4EFA-B9EE-DD7A4993C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9E4F7-A35A-EFA5-32AC-A85A42EC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E1DB11-8D94-9269-36CB-48D6D11FF5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BBB8B-A1F2-03DC-EBBD-1332C4B00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1842-294A-4F57-854F-D8B33059D975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19939-2882-9050-BF57-120E240C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4FA0C-BCB7-5EC8-D894-A1E4525D5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F2A59-5574-49E7-8D5C-D23DAE2B7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841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84EF2-DACC-09BF-97AE-2AE2140DB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9E8F5E-9F26-7211-B1C8-7B16598ED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868E1E-45F6-BEB4-49D8-29BC0EAEE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E5234-C112-336E-DE0F-37FF97081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1842-294A-4F57-854F-D8B33059D975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5F344-965D-69A4-721D-091235C21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BB4E9-32BF-2674-7921-215A8BA9D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F2A59-5574-49E7-8D5C-D23DAE2B7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309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D7A5C-B1A7-DF60-1656-E0EFB930C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BF613-6C50-6F7A-407E-501D731EF6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A14C9-91A2-B37E-2BF0-A2B0F6169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1842-294A-4F57-854F-D8B33059D975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9CAF2-FCCC-36BF-1035-47C98AB36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B7100-596A-CF52-0A1E-779DB016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F2A59-5574-49E7-8D5C-D23DAE2B7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270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61DA2F-2D18-4A51-7747-FAF3D0C99B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19E34F-3023-3205-7203-E324299CB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98E62-358A-A253-6BE6-0BC07EE9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1842-294A-4F57-854F-D8B33059D975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26E53-D20D-828B-1D1B-23D9DC5E5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4FCF3-3EDE-ACD9-A1EB-BFC15FD0A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F2A59-5574-49E7-8D5C-D23DAE2B7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904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EFBCD2-0DE6-63B4-18AE-2E52A3467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0E043-DCFA-665F-8C22-D4C127676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50900-8E5D-C88C-996F-80F2908AF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31842-294A-4F57-854F-D8B33059D975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A7D71-50F1-BD47-9B9E-2A6E26263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B48CC-BE5F-9C3B-7CFD-BDCF85937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F2A59-5574-49E7-8D5C-D23DAE2B7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72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38430D-1E85-497A-D93D-09C59BDFFF4F}"/>
              </a:ext>
            </a:extLst>
          </p:cNvPr>
          <p:cNvSpPr txBox="1"/>
          <p:nvPr/>
        </p:nvSpPr>
        <p:spPr>
          <a:xfrm>
            <a:off x="3650269" y="224807"/>
            <a:ext cx="5440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BitExposers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ED07B9-4487-2DA7-7709-D2BE43AD5681}"/>
              </a:ext>
            </a:extLst>
          </p:cNvPr>
          <p:cNvSpPr txBox="1"/>
          <p:nvPr/>
        </p:nvSpPr>
        <p:spPr>
          <a:xfrm>
            <a:off x="605473" y="1603493"/>
            <a:ext cx="1105408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gap between academic education and industry requirements remains a major challenge for student employability. In line with the Make in India initiative, this project introduces an AI-driven web platform focused on improving student productivity and career readiness. The system combines intelligent assessments, AI-based interviews, resume analysis, and personalized learning paths to help students identify skill gaps and prepare effectively for job roles. By providing structured, industry-aligned guidance and adaptive learning, the platform serves as a scalable bridge between colleges and employers, supporting the development of a skilled and job-ready workforce.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C4F586-0A1F-2F40-A884-646985EFA261}"/>
              </a:ext>
            </a:extLst>
          </p:cNvPr>
          <p:cNvSpPr txBox="1"/>
          <p:nvPr/>
        </p:nvSpPr>
        <p:spPr>
          <a:xfrm>
            <a:off x="9090371" y="5030987"/>
            <a:ext cx="30175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Abdul Samad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Sujith Chandra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Jarati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Sandeep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Megharaj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835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58FB6-F0D6-DDEC-D307-E8BE00AFA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80" y="257406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F4374-C146-A90E-A3E2-1554247071FD}"/>
              </a:ext>
            </a:extLst>
          </p:cNvPr>
          <p:cNvSpPr txBox="1"/>
          <p:nvPr/>
        </p:nvSpPr>
        <p:spPr>
          <a:xfrm>
            <a:off x="513080" y="1459369"/>
            <a:ext cx="1147572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dynamic and competitive job market, individuals often face significant challenges in navigating their career paths effectively. These challenges include: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Optimization -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Crafting resumes that not only highlight skills and experience but also successfully pass through Applicant Tracking Systems (ATS) is a complex task. Many well-qualified candidates are overlooked due to unoptimized resumes.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Preparation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for diverse interview formats (technical, behavioral, voice-based) requires targeted practice and constructive feedback, which is often difficult to obtain outside of formal coaching.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 and Learning Paths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relevant skills for desired roles and finding structured, personalized learning roadmaps to acquire those skills can be overwhelming.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Guidance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personalized insights into industry trends, salary expectations, and career progression paths is crucial for informed decision-making but often requires expensive human consultation.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hurdles often lead to prolonged job searches, missed opportunities, and a lack of confidence, preventing individuals from achieving their full career potential.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440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CC043-CBF7-38BB-3F8E-5605ABCFB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760" y="286702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Our Approach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5BA7D-8041-606E-48FE-9D8229447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760" y="1376362"/>
            <a:ext cx="11607800" cy="519493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CareerGuideAI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an innovative, AI-powered solution designed to democratize access to comprehensive career development tools. By leveraging advanced artificial intelligence, the application provides a personalized and interactive platform that addresses the aforementioned challenges head-on: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ATS Resume Checker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upload their resumes and job descriptions to receive an instant analysis, including a match percentage, identified keywords, and actionable feedback to optimize their resumes for ATS compatibility.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Interview Preparation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provides tools for practicing various interview scenarios, including AI voice interviews, technical quizzes, and behavioral assessments. Users receive immediate feedback and improvement tips to refine their interviewing skills.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Course Generation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user goals and identified skill gaps,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CareerGuideAI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dynamically generates customized learning roadmaps and courses, complete with AI-generated ratings and progress tracking to foster continuous skill development.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Resume Studio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flexible studio allows users to create, edit, and manage multiple resumes using Markdown, with seamless PDF export capabilities, ensuring professional and tailored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724190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F6F98-DC34-E586-42D5-A00C0FCD9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" y="657225"/>
            <a:ext cx="11221720" cy="4351338"/>
          </a:xfrm>
        </p:spPr>
        <p:txBody>
          <a:bodyPr>
            <a:norm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Certification Management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Upon successful completion of courses, users can receive and download certificates, validating their newly acquired skills.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Insights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provides valuable industry insights, including salary ranges, trending skills, and career progression advice, empowering users to make strategic career decisions.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Gamified Progress Tracking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like daily streaks and chapter progress tracking encourage consistent engagement and celebrate user achievements.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387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416C-1A1D-1FEC-880D-BD65BF9AE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-183515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System Architecture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diagram of a cell phone&#10;&#10;AI-generated content may be incorrect.">
            <a:extLst>
              <a:ext uri="{FF2B5EF4-FFF2-40B4-BE49-F238E27FC236}">
                <a16:creationId xmlns:a16="http://schemas.microsoft.com/office/drawing/2014/main" id="{C9FFABC9-7F85-D1E3-7359-A7ECA929D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80" y="829135"/>
            <a:ext cx="10789920" cy="585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998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BD4B0-7226-1EE6-5EB0-26CDCF1F1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-213995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Use Case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C8BB57-C168-8D4C-6D92-D77CA040A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20" y="821562"/>
            <a:ext cx="7992131" cy="589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85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FE302-8D96-F2A3-2C3A-31092B974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12725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Current Solutions &amp; Proposed Solutions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28C43-A4B9-CDF3-8464-279551181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650048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such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HireVue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Pymetrics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primarily focus on assessment and screening. They evaluate candidates’ skills, cognitive traits, or behavioral patterns and highlight gaps or errors, but their role largely ends at diagnosis.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platforms do not provide actionable solutions, personalized improvement plans, or continuous guidance to help students bridge those gaps. In contrast, our project is designed as an all-rounder career enablement platform.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not only identifies skill gaps but also explains the reasons behind them, offers AI-driven, personalized recommendations, and guides students with targeted learning paths, practice modules, and mock interviews.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assessment, feedback, mentoring, and progress tracking in a single ecosystem, the platform actively supports students in improving employability, not just measuring it. This end-to-end approach makes our solution more holistic, impactful, and aligned with real student career growth needs.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774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B6881C-0DFC-5513-4800-B906A7857978}"/>
              </a:ext>
            </a:extLst>
          </p:cNvPr>
          <p:cNvSpPr txBox="1"/>
          <p:nvPr/>
        </p:nvSpPr>
        <p:spPr>
          <a:xfrm>
            <a:off x="4165600" y="2743200"/>
            <a:ext cx="40030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948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736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1. Problem Statement</vt:lpstr>
      <vt:lpstr>2. Our Approach</vt:lpstr>
      <vt:lpstr>PowerPoint Presentation</vt:lpstr>
      <vt:lpstr>3. System Architecture</vt:lpstr>
      <vt:lpstr>4. Use Case Diagram</vt:lpstr>
      <vt:lpstr>5. Current Solutions &amp; Proposed Solutions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Sujith J</dc:creator>
  <cp:lastModifiedBy>Sujith J</cp:lastModifiedBy>
  <cp:revision>19</cp:revision>
  <dcterms:created xsi:type="dcterms:W3CDTF">2025-12-13T09:25:02Z</dcterms:created>
  <dcterms:modified xsi:type="dcterms:W3CDTF">2025-12-13T10:14:04Z</dcterms:modified>
</cp:coreProperties>
</file>